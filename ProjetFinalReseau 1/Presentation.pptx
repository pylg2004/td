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6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D057-660D-4EDF-B848-B5FF46D0BE9A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00D8815F-ABD6-4380-BAFC-0F6AF4AA07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839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D057-660D-4EDF-B848-B5FF46D0BE9A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815F-ABD6-4380-BAFC-0F6AF4AA07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7493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D057-660D-4EDF-B848-B5FF46D0BE9A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00D8815F-ABD6-4380-BAFC-0F6AF4AA07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620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D057-660D-4EDF-B848-B5FF46D0BE9A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815F-ABD6-4380-BAFC-0F6AF4AA07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0762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D057-660D-4EDF-B848-B5FF46D0BE9A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815F-ABD6-4380-BAFC-0F6AF4AA07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0536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D057-660D-4EDF-B848-B5FF46D0BE9A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815F-ABD6-4380-BAFC-0F6AF4AA07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960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D057-660D-4EDF-B848-B5FF46D0BE9A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815F-ABD6-4380-BAFC-0F6AF4AA07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4844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D057-660D-4EDF-B848-B5FF46D0BE9A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815F-ABD6-4380-BAFC-0F6AF4AA07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6474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D057-660D-4EDF-B848-B5FF46D0BE9A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815F-ABD6-4380-BAFC-0F6AF4AA07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764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D057-660D-4EDF-B848-B5FF46D0BE9A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00D8815F-ABD6-4380-BAFC-0F6AF4AA07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6422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D057-660D-4EDF-B848-B5FF46D0BE9A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0D8815F-ABD6-4380-BAFC-0F6AF4AA07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90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D057-660D-4EDF-B848-B5FF46D0BE9A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0D8815F-ABD6-4380-BAFC-0F6AF4AA07CB}" type="slidenum">
              <a:rPr lang="fr-FR" smtClean="0"/>
              <a:t>‹N°›</a:t>
            </a:fld>
            <a:endParaRPr lang="fr-FR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6905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D057-660D-4EDF-B848-B5FF46D0BE9A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0D8815F-ABD6-4380-BAFC-0F6AF4AA07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4728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D057-660D-4EDF-B848-B5FF46D0BE9A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815F-ABD6-4380-BAFC-0F6AF4AA07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455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D057-660D-4EDF-B848-B5FF46D0BE9A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815F-ABD6-4380-BAFC-0F6AF4AA07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44424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D057-660D-4EDF-B848-B5FF46D0BE9A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8815F-ABD6-4380-BAFC-0F6AF4AA07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32203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E708D057-660D-4EDF-B848-B5FF46D0BE9A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0D8815F-ABD6-4380-BAFC-0F6AF4AA07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9250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8D057-660D-4EDF-B848-B5FF46D0BE9A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8815F-ABD6-4380-BAFC-0F6AF4AA07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0325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>
          <a:xfrm>
            <a:off x="30616" y="2637457"/>
            <a:ext cx="8144134" cy="1373070"/>
          </a:xfrm>
        </p:spPr>
        <p:txBody>
          <a:bodyPr/>
          <a:lstStyle/>
          <a:p>
            <a:r>
              <a:rPr lang="en-US" dirty="0" err="1" smtClean="0"/>
              <a:t>Projet</a:t>
            </a:r>
            <a:r>
              <a:rPr lang="en-US" dirty="0" smtClean="0"/>
              <a:t> </a:t>
            </a:r>
            <a:r>
              <a:rPr lang="en-US" dirty="0" err="1" smtClean="0"/>
              <a:t>Reseau</a:t>
            </a:r>
            <a:r>
              <a:rPr lang="en-US" dirty="0" smtClean="0"/>
              <a:t> I </a:t>
            </a:r>
            <a:r>
              <a:rPr lang="en-US" dirty="0" err="1" smtClean="0"/>
              <a:t>Reseau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1612232" y="5101389"/>
            <a:ext cx="7916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Prepare par : Yann Lelay PIERRE </a:t>
            </a:r>
            <a:endParaRPr lang="fr-FR" sz="2800" dirty="0"/>
          </a:p>
        </p:txBody>
      </p:sp>
      <p:pic>
        <p:nvPicPr>
          <p:cNvPr id="6" name="Imag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471" y="396576"/>
            <a:ext cx="3924300" cy="16954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77114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Diagramme</a:t>
            </a:r>
            <a:r>
              <a:rPr lang="en-US" dirty="0" smtClean="0"/>
              <a:t> de </a:t>
            </a:r>
            <a:r>
              <a:rPr lang="en-US" dirty="0" err="1" smtClean="0"/>
              <a:t>topologi</a:t>
            </a:r>
            <a:r>
              <a:rPr lang="en-US" dirty="0" err="1"/>
              <a:t>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1826" y="2072106"/>
            <a:ext cx="6210849" cy="42324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1051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Configuration du Routeur : 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2547" y="2171050"/>
            <a:ext cx="7169513" cy="386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34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Configuration du </a:t>
            </a:r>
            <a:r>
              <a:rPr lang="fr-FR" b="1" dirty="0" err="1" smtClean="0"/>
              <a:t>QoS</a:t>
            </a:r>
            <a:r>
              <a:rPr lang="fr-FR" b="1" dirty="0"/>
              <a:t> : </a:t>
            </a:r>
            <a:endParaRPr lang="fr-FR" dirty="0"/>
          </a:p>
        </p:txBody>
      </p:sp>
      <p:pic>
        <p:nvPicPr>
          <p:cNvPr id="5" name="Imag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759886" y="2165685"/>
            <a:ext cx="7454729" cy="433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020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Configuration </a:t>
            </a:r>
            <a:r>
              <a:rPr lang="fr-FR" b="1" dirty="0"/>
              <a:t>du commutateur </a:t>
            </a:r>
            <a:r>
              <a:rPr lang="fr-FR" b="1" dirty="0" smtClean="0"/>
              <a:t>: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3158" y="2093494"/>
            <a:ext cx="8470230" cy="425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291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Telephonie</a:t>
            </a:r>
            <a:r>
              <a:rPr lang="en-US" dirty="0" smtClean="0"/>
              <a:t> IP 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1351" y="2264610"/>
            <a:ext cx="3687217" cy="3806743"/>
          </a:xfrm>
          <a:prstGeom prst="rect">
            <a:avLst/>
          </a:prstGeom>
        </p:spPr>
      </p:pic>
      <p:pic>
        <p:nvPicPr>
          <p:cNvPr id="5" name="Imag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477720" y="2264610"/>
            <a:ext cx="3816462" cy="38067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59174" y="6127253"/>
            <a:ext cx="5969904" cy="5804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latin typeface="Segoe UI Emoj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sym typeface="Segoe UI Emoji" panose="020B0502040204020203" pitchFamily="34" charset="0"/>
              </a:rPr>
              <a:t>📌</a:t>
            </a:r>
            <a:r>
              <a:rPr lang="en-US" dirty="0">
                <a:latin typeface="Montserrat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Montserrat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Note : La configuration n’est jamais terminée !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72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Améliorations </a:t>
            </a:r>
            <a:r>
              <a:rPr lang="fr-FR" dirty="0" err="1" smtClean="0"/>
              <a:t>VoIP</a:t>
            </a:r>
            <a:r>
              <a:rPr lang="fr-FR" dirty="0" smtClean="0"/>
              <a:t> 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3754" y="2358189"/>
            <a:ext cx="9811216" cy="3826042"/>
          </a:xfrm>
        </p:spPr>
        <p:txBody>
          <a:bodyPr>
            <a:normAutofit lnSpcReduction="10000"/>
          </a:bodyPr>
          <a:lstStyle/>
          <a:p>
            <a:r>
              <a:rPr lang="fr-FR" b="1" dirty="0"/>
              <a:t>Priorité au trafic </a:t>
            </a:r>
            <a:r>
              <a:rPr lang="fr-FR" b="1" dirty="0" err="1"/>
              <a:t>VoIP</a:t>
            </a:r>
            <a:r>
              <a:rPr lang="fr-FR" b="1" dirty="0"/>
              <a:t> </a:t>
            </a:r>
            <a:endParaRPr lang="fr-FR" b="1" dirty="0" smtClean="0"/>
          </a:p>
          <a:p>
            <a:r>
              <a:rPr lang="fr-FR" b="1" dirty="0"/>
              <a:t>Isolation du trafic voix et données </a:t>
            </a:r>
            <a:endParaRPr lang="fr-FR" b="1" dirty="0" smtClean="0"/>
          </a:p>
          <a:p>
            <a:r>
              <a:rPr lang="fr-FR" b="1" dirty="0"/>
              <a:t>Réduction de la latence </a:t>
            </a:r>
            <a:endParaRPr lang="fr-FR" b="1" dirty="0" smtClean="0"/>
          </a:p>
          <a:p>
            <a:r>
              <a:rPr lang="fr-FR" b="1" dirty="0"/>
              <a:t>Gestion du </a:t>
            </a:r>
            <a:r>
              <a:rPr lang="fr-FR" b="1" dirty="0" err="1"/>
              <a:t>jitter</a:t>
            </a:r>
            <a:r>
              <a:rPr lang="fr-FR" b="1" dirty="0"/>
              <a:t> </a:t>
            </a:r>
            <a:endParaRPr lang="fr-FR" b="1" dirty="0" smtClean="0"/>
          </a:p>
          <a:p>
            <a:r>
              <a:rPr lang="fr-FR" b="1" dirty="0"/>
              <a:t>Diminution de la perte de paquets </a:t>
            </a:r>
            <a:endParaRPr lang="fr-FR" b="1" dirty="0" smtClean="0"/>
          </a:p>
          <a:p>
            <a:r>
              <a:rPr lang="fr-FR" b="1" dirty="0"/>
              <a:t>Outils de surveillance </a:t>
            </a:r>
            <a:endParaRPr lang="fr-FR" b="1" dirty="0" smtClean="0"/>
          </a:p>
          <a:p>
            <a:r>
              <a:rPr lang="fr-FR" b="1" dirty="0"/>
              <a:t>Utilisation de codecs efficaces </a:t>
            </a:r>
            <a:endParaRPr lang="fr-FR" b="1" dirty="0" smtClean="0"/>
          </a:p>
          <a:p>
            <a:r>
              <a:rPr lang="fr-FR" b="1" dirty="0"/>
              <a:t>Mises à jour et maintenance régulière </a:t>
            </a:r>
            <a:endParaRPr lang="fr-FR" b="1" dirty="0" smtClean="0"/>
          </a:p>
          <a:p>
            <a:r>
              <a:rPr lang="fr-FR" b="1" dirty="0"/>
              <a:t>Formation du personnel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7743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800" dirty="0" smtClean="0"/>
              <a:t>Par </a:t>
            </a:r>
            <a:r>
              <a:rPr lang="en-US" sz="2800" dirty="0" err="1" smtClean="0"/>
              <a:t>ce</a:t>
            </a:r>
            <a:r>
              <a:rPr lang="en-US" sz="2800" dirty="0" smtClean="0"/>
              <a:t> </a:t>
            </a:r>
            <a:r>
              <a:rPr lang="en-US" sz="2800" dirty="0" err="1" smtClean="0"/>
              <a:t>projet</a:t>
            </a:r>
            <a:r>
              <a:rPr lang="en-US" sz="2800" dirty="0" smtClean="0"/>
              <a:t> </a:t>
            </a:r>
            <a:r>
              <a:rPr lang="en-US" sz="2800" dirty="0" err="1" smtClean="0"/>
              <a:t>j’arrive</a:t>
            </a:r>
            <a:r>
              <a:rPr lang="en-US" sz="2800" dirty="0" smtClean="0"/>
              <a:t> a </a:t>
            </a:r>
            <a:r>
              <a:rPr lang="en-US" sz="2800" dirty="0" err="1" smtClean="0"/>
              <a:t>mieux</a:t>
            </a:r>
            <a:r>
              <a:rPr lang="en-US" sz="2800" dirty="0" smtClean="0"/>
              <a:t> </a:t>
            </a:r>
            <a:r>
              <a:rPr lang="en-US" sz="2800" dirty="0" err="1" smtClean="0"/>
              <a:t>comprendre</a:t>
            </a:r>
            <a:r>
              <a:rPr lang="en-US" sz="2800" dirty="0" smtClean="0"/>
              <a:t> le Td 9, </a:t>
            </a:r>
            <a:r>
              <a:rPr lang="en-US" sz="2800" dirty="0" err="1" smtClean="0"/>
              <a:t>malgré</a:t>
            </a:r>
            <a:r>
              <a:rPr lang="en-US" sz="2800" dirty="0" smtClean="0"/>
              <a:t> les </a:t>
            </a:r>
            <a:r>
              <a:rPr lang="en-US" sz="2800" dirty="0" err="1" smtClean="0"/>
              <a:t>difficultés</a:t>
            </a:r>
            <a:r>
              <a:rPr lang="en-US" sz="2800" dirty="0" smtClean="0"/>
              <a:t> </a:t>
            </a:r>
            <a:r>
              <a:rPr lang="en-US" sz="2800" dirty="0" err="1" smtClean="0"/>
              <a:t>dans</a:t>
            </a:r>
            <a:r>
              <a:rPr lang="en-US" sz="2800" dirty="0" smtClean="0"/>
              <a:t> la configuration des telephones IP </a:t>
            </a:r>
            <a:r>
              <a:rPr lang="en-US" sz="2800" dirty="0" err="1" smtClean="0"/>
              <a:t>mais</a:t>
            </a:r>
            <a:r>
              <a:rPr lang="en-US" sz="2800" dirty="0" smtClean="0"/>
              <a:t> </a:t>
            </a:r>
            <a:r>
              <a:rPr lang="en-US" sz="2800" dirty="0" err="1" smtClean="0"/>
              <a:t>j’ai</a:t>
            </a:r>
            <a:r>
              <a:rPr lang="en-US" sz="2800" dirty="0" smtClean="0"/>
              <a:t> fait beaucoup de </a:t>
            </a:r>
            <a:r>
              <a:rPr lang="en-US" sz="2800" dirty="0" err="1" smtClean="0"/>
              <a:t>recherches</a:t>
            </a:r>
            <a:r>
              <a:rPr lang="en-US" sz="2800" dirty="0" smtClean="0"/>
              <a:t> sur </a:t>
            </a:r>
            <a:r>
              <a:rPr lang="en-US" sz="2800" dirty="0" err="1" smtClean="0"/>
              <a:t>ce</a:t>
            </a:r>
            <a:r>
              <a:rPr lang="en-US" sz="2800" dirty="0" smtClean="0"/>
              <a:t> </a:t>
            </a:r>
            <a:r>
              <a:rPr lang="en-US" sz="2800" dirty="0" err="1" smtClean="0"/>
              <a:t>sujet</a:t>
            </a:r>
            <a:r>
              <a:rPr lang="en-US" sz="2800" dirty="0" smtClean="0"/>
              <a:t> … 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40204708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32</TotalTime>
  <Words>113</Words>
  <Application>Microsoft Office PowerPoint</Application>
  <PresentationFormat>Grand écran</PresentationFormat>
  <Paragraphs>20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Arial</vt:lpstr>
      <vt:lpstr>Calibri</vt:lpstr>
      <vt:lpstr>Montserrat</vt:lpstr>
      <vt:lpstr>Segoe UI Emoji</vt:lpstr>
      <vt:lpstr>Times New Roman</vt:lpstr>
      <vt:lpstr>Trebuchet MS</vt:lpstr>
      <vt:lpstr>Berlin</vt:lpstr>
      <vt:lpstr>Projet Reseau I Reseau</vt:lpstr>
      <vt:lpstr>Diagramme de topologie</vt:lpstr>
      <vt:lpstr>Configuration du Routeur : </vt:lpstr>
      <vt:lpstr>Configuration du QoS : </vt:lpstr>
      <vt:lpstr>Configuration du commutateur :</vt:lpstr>
      <vt:lpstr>Telephonie IP </vt:lpstr>
      <vt:lpstr>Améliorations VoIP :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Reseau I Reseau</dc:title>
  <dc:creator>Genie Coding</dc:creator>
  <cp:lastModifiedBy>Genie Coding</cp:lastModifiedBy>
  <cp:revision>6</cp:revision>
  <dcterms:created xsi:type="dcterms:W3CDTF">2025-03-09T18:36:48Z</dcterms:created>
  <dcterms:modified xsi:type="dcterms:W3CDTF">2025-03-09T19:09:29Z</dcterms:modified>
</cp:coreProperties>
</file>